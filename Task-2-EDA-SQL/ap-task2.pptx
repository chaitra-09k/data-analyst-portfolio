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56971-2691-490B-AE54-BC50469C250A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17500-512F-4559-91EE-D4C297A6E13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56971-2691-490B-AE54-BC50469C250A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17500-512F-4559-91EE-D4C297A6E13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56971-2691-490B-AE54-BC50469C250A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17500-512F-4559-91EE-D4C297A6E13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56971-2691-490B-AE54-BC50469C250A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17500-512F-4559-91EE-D4C297A6E13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56971-2691-490B-AE54-BC50469C250A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17500-512F-4559-91EE-D4C297A6E13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56971-2691-490B-AE54-BC50469C250A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17500-512F-4559-91EE-D4C297A6E13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56971-2691-490B-AE54-BC50469C250A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17500-512F-4559-91EE-D4C297A6E13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56971-2691-490B-AE54-BC50469C250A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17500-512F-4559-91EE-D4C297A6E13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56971-2691-490B-AE54-BC50469C250A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17500-512F-4559-91EE-D4C297A6E13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56971-2691-490B-AE54-BC50469C250A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17500-512F-4559-91EE-D4C297A6E13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56971-2691-490B-AE54-BC50469C250A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17500-512F-4559-91EE-D4C297A6E13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56971-2691-490B-AE54-BC50469C250A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17500-512F-4559-91EE-D4C297A6E13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056971-2691-490B-AE54-BC50469C250A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417500-512F-4559-91EE-D4C297A6E137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44475"/>
            <a:ext cx="9144000" cy="1183005"/>
          </a:xfrm>
        </p:spPr>
        <p:txBody>
          <a:bodyPr/>
          <a:lstStyle/>
          <a:p>
            <a:r>
              <a:rPr lang="en-US" altLang="en-US">
                <a:latin typeface="Baskerville Old Face" panose="02020602080505020303" charset="0"/>
                <a:cs typeface="Baskerville Old Face" panose="02020602080505020303" charset="0"/>
              </a:rPr>
              <a:t>Data Analysis Dashboard</a:t>
            </a:r>
            <a:endParaRPr lang="en-US" altLang="en-US">
              <a:latin typeface="Baskerville Old Face" panose="02020602080505020303" charset="0"/>
              <a:cs typeface="Baskerville Old Face" panose="02020602080505020303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427480"/>
            <a:ext cx="9144000" cy="1009650"/>
          </a:xfrm>
        </p:spPr>
        <p:txBody>
          <a:bodyPr/>
          <a:lstStyle/>
          <a:p>
            <a:r>
              <a:rPr lang="en-US" altLang="en-US">
                <a:latin typeface="Calisto MT" panose="02040603050505030304" charset="0"/>
                <a:cs typeface="Calisto MT" panose="02040603050505030304" charset="0"/>
              </a:rPr>
              <a:t>Task 2 – Exploratory Data Analysis</a:t>
            </a:r>
            <a:endParaRPr lang="en-US" altLang="en-US">
              <a:latin typeface="Calisto MT" panose="02040603050505030304" charset="0"/>
              <a:cs typeface="Calisto MT" panose="02040603050505030304" charset="0"/>
            </a:endParaRPr>
          </a:p>
          <a:p>
            <a:r>
              <a:rPr lang="en-US" altLang="en-US">
                <a:latin typeface="Calisto MT" panose="02040603050505030304" charset="0"/>
                <a:cs typeface="Calisto MT" panose="02040603050505030304" charset="0"/>
              </a:rPr>
              <a:t>ApexPlanet Internship</a:t>
            </a:r>
            <a:endParaRPr lang="en-US" altLang="en-US">
              <a:latin typeface="Calisto MT" panose="02040603050505030304" charset="0"/>
              <a:cs typeface="Calisto MT" panose="02040603050505030304" charset="0"/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344805" y="2962910"/>
            <a:ext cx="3743960" cy="2415540"/>
          </a:xfrm>
          <a:prstGeom prst="rect">
            <a:avLst/>
          </a:prstGeom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Rectangles 4"/>
          <p:cNvSpPr/>
          <p:nvPr/>
        </p:nvSpPr>
        <p:spPr>
          <a:xfrm>
            <a:off x="4272280" y="2962910"/>
            <a:ext cx="3743960" cy="2415540"/>
          </a:xfrm>
          <a:prstGeom prst="rect">
            <a:avLst/>
          </a:prstGeom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Rectangles 5"/>
          <p:cNvSpPr/>
          <p:nvPr/>
        </p:nvSpPr>
        <p:spPr>
          <a:xfrm>
            <a:off x="8199755" y="2962910"/>
            <a:ext cx="3743960" cy="2415540"/>
          </a:xfrm>
          <a:prstGeom prst="rect">
            <a:avLst/>
          </a:prstGeom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1009015" y="3244850"/>
            <a:ext cx="4064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4000">
                <a:latin typeface="Times New Roman" panose="02020603050405020304" charset="0"/>
                <a:cs typeface="Times New Roman" panose="02020603050405020304" charset="0"/>
              </a:rPr>
              <a:t>Total Sales</a:t>
            </a:r>
            <a:endParaRPr lang="en-US" altLang="en-US" sz="4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1306195" y="416496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336873.89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4883785" y="3244850"/>
            <a:ext cx="4064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4000">
                <a:latin typeface="Times New Roman" panose="02020603050405020304" charset="0"/>
                <a:cs typeface="Times New Roman" panose="02020603050405020304" charset="0"/>
              </a:rPr>
              <a:t>Total Profit</a:t>
            </a:r>
            <a:endParaRPr lang="en-US" altLang="en-US" sz="4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5239385" y="416496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51998.97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8947785" y="3244850"/>
            <a:ext cx="4064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4000">
                <a:latin typeface="Times New Roman" panose="02020603050405020304" charset="0"/>
                <a:cs typeface="Times New Roman" panose="02020603050405020304" charset="0"/>
              </a:rPr>
              <a:t>Avg Sales</a:t>
            </a:r>
            <a:endParaRPr lang="en-US" altLang="en-US" sz="4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9365615" y="416496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1104.50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10591800" y="62464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K.Chaitra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rcRect t="2399"/>
          <a:stretch>
            <a:fillRect/>
          </a:stretch>
        </p:blipFill>
        <p:spPr>
          <a:xfrm>
            <a:off x="342265" y="0"/>
            <a:ext cx="4643755" cy="46767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rcRect l="5857" t="2451" r="3287" b="3725"/>
          <a:stretch>
            <a:fillRect/>
          </a:stretch>
        </p:blipFill>
        <p:spPr>
          <a:xfrm>
            <a:off x="4986020" y="243205"/>
            <a:ext cx="2730500" cy="309943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rcRect l="1694" t="3799" r="4946"/>
          <a:stretch>
            <a:fillRect/>
          </a:stretch>
        </p:blipFill>
        <p:spPr>
          <a:xfrm>
            <a:off x="7787640" y="0"/>
            <a:ext cx="4404360" cy="3698240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5033645" y="3813175"/>
            <a:ext cx="7158355" cy="55397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000" b="1">
                <a:latin typeface="Baskerville Old Face" panose="02020602080505020303" charset="0"/>
                <a:cs typeface="Baskerville Old Face" panose="02020602080505020303" charset="0"/>
              </a:rPr>
              <a:t>Key Insights</a:t>
            </a:r>
            <a:r>
              <a:rPr lang="en-IN" altLang="en-US" sz="2000" b="1">
                <a:latin typeface="Baskerville Old Face" panose="02020602080505020303" charset="0"/>
                <a:cs typeface="Baskerville Old Face" panose="02020602080505020303" charset="0"/>
              </a:rPr>
              <a:t>:</a:t>
            </a:r>
            <a:endParaRPr lang="en-US" altLang="en-US" sz="2000" b="1">
              <a:latin typeface="Baskerville Old Face" panose="02020602080505020303" charset="0"/>
              <a:cs typeface="Baskerville Old Face" panose="02020602080505020303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Top Performing Cities: A significant portion of total sales is contributed by a few major cities, indicating higher customer concentration in those regions.</a:t>
            </a:r>
            <a:endParaRPr lang="en-US" altLang="en-US"/>
          </a:p>
          <a:p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536575" y="5022215"/>
            <a:ext cx="11309350" cy="18942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sym typeface="+mn-ea"/>
              </a:rPr>
              <a:t>Customer Distribution: The dataset shows a noticeable dominance of one gender group, highlighting an uneven customer distribution.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sym typeface="+mn-ea"/>
              </a:rPr>
              <a:t>Sales vs Profit Relationship: Higher sales do not always lead to higher profit, indicating variations in cost or pricing strategies.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sym typeface="+mn-ea"/>
              </a:rPr>
              <a:t>Customer Segmentation: Certain age groups contribute more to overall sales, suggesting targeted customer segments.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688</Words>
  <Application>WPS Presentation</Application>
  <PresentationFormat>Widescreen</PresentationFormat>
  <Paragraphs>28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4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Times New Roman</vt:lpstr>
      <vt:lpstr>Baskerville Old Face</vt:lpstr>
      <vt:lpstr>Calisto MT</vt:lpstr>
      <vt:lpstr>Verdana</vt:lpstr>
      <vt:lpstr>Office 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Sireesha Katragadda</dc:creator>
  <cp:lastModifiedBy>Malineni Sireesha</cp:lastModifiedBy>
  <cp:revision>3</cp:revision>
  <dcterms:created xsi:type="dcterms:W3CDTF">2020-12-02T13:36:00Z</dcterms:created>
  <dcterms:modified xsi:type="dcterms:W3CDTF">2026-04-09T10:35:12Z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F7F8A1A2171E4A9E8E9B7E58F334F726_13</vt:lpwstr>
  </property>
  <property fmtid="{D5CDD505-2E9C-101B-9397-08002B2CF9AE}" pid="3" name="KSOProductBuildVer">
    <vt:lpwstr>1033-12.2.0.23196</vt:lpwstr>
  </property>
</Properties>
</file>